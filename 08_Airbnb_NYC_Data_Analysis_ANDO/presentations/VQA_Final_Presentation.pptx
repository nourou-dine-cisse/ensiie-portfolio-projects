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843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MECHENG 4AI3 — Applied Artificial Intelligence | Dr. Ryan Ahmed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Visual Question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Answering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— Computer Vision × Natural Language Processing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8046720" cy="1554480"/>
          </a:xfrm>
          <a:prstGeom prst="rect">
            <a:avLst/>
          </a:prstGeom>
          <a:solidFill>
            <a:srgbClr val="142535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310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 — NLP Lead 1   ·   Student B — NLP Lead 2   ·   Mouhamed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Cisse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CV Lead 1   ·   Student D — CV Lead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image and a natural language question, predict the correct answer (Yes / No)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 — Full Pipeline Story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35331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1353312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960120"/>
            <a:ext cx="457200" cy="45720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508760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2148840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task &amp; scope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788920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Rubric 15%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81912" y="19202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719072" y="822960"/>
            <a:ext cx="135331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19072" y="822960"/>
            <a:ext cx="1353312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67128" y="960120"/>
            <a:ext cx="457200" cy="45720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67128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19072" y="1508760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19072" y="2148840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v2.0 exploration 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cs typeface="Calibri" pitchFamily="34" charset="-120"/>
              </a:rPr>
              <a:t>(Validation ~ 6Gb)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20240" y="2788920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 err="1">
                <a:solidFill>
                  <a:srgbClr val="FFFFFF"/>
                </a:solidFill>
              </a:rPr>
              <a:t>Rbric</a:t>
            </a:r>
            <a:r>
              <a:rPr lang="en-US" sz="800" b="1" dirty="0">
                <a:solidFill>
                  <a:srgbClr val="FFFFFF"/>
                </a:solidFill>
              </a:rPr>
              <a:t> 15%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72384" y="19202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17101" y="822960"/>
            <a:ext cx="135331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9544" y="822960"/>
            <a:ext cx="1353312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60120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9544" y="1508760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9544" y="2148840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Image pipelines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10712" y="2788920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Rubric 20%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62856" y="19202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00016" y="822960"/>
            <a:ext cx="135331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0016" y="822960"/>
            <a:ext cx="1353312" cy="7315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48072" y="960120"/>
            <a:ext cx="457200" cy="4572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48072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00016" y="1508760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00016" y="2148840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encoders × 2 fusions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01184" y="2788920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Rubric 20%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53328" y="19202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90488" y="822960"/>
            <a:ext cx="135331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90488" y="822960"/>
            <a:ext cx="1353312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38544" y="960120"/>
            <a:ext cx="457200" cy="45720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8544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90488" y="1508760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90488" y="2148840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Dropout, LR, weight decay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91656" y="2788920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Rubric 10%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543800" y="19202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→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680960" y="822960"/>
            <a:ext cx="135331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680960" y="822960"/>
            <a:ext cx="1353312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29016" y="960120"/>
            <a:ext cx="457200" cy="457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29016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680960" y="1508760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680960" y="2148840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+ Streamlit app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882128" y="2788920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Rubric 10%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36157" y="3840480"/>
            <a:ext cx="8686800" cy="1005840"/>
          </a:xfrm>
          <a:prstGeom prst="rect">
            <a:avLst/>
          </a:prstGeom>
          <a:solidFill>
            <a:srgbClr val="EBF5FB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1148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 encountered: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11480" y="41879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model (ResNet + BiLSTM/MiniLM) stagnated at ~60% val accuracy due to misaligned vision-language features and overfitting. CLIP was identified as the ideal fix but required compute resources beyond our constraints. Final decision: deploy BLIP, a state-of-the-art pretrained VQA model, via Streamlit.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2560320" cy="2926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29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RUBRIC: PROBLEM DEFINITION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8412480" cy="685800"/>
          </a:xfrm>
          <a:prstGeom prst="rect">
            <a:avLst/>
          </a:prstGeom>
          <a:solidFill>
            <a:srgbClr val="EBF5FB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508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= argmax  P( a | Image I, Question Q ; θ )     —     A = top-100 most frequent answers in training set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0233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40280"/>
            <a:ext cx="73152" cy="25603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04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670048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sits at the intersection of Computer Vision and NLP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image + question → predict correct answer from fixed vocabulary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simultaneous visual grounding and language reasoning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Yes/No binary classification — 38% of VQA v2.0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Yes/No first? Validate full pipeline before scaling to 100 classes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240280"/>
            <a:ext cx="42062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2240280"/>
            <a:ext cx="73152" cy="2560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304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670048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9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  Accessibility tools for the visually impaired</a:t>
            </a:r>
            <a:endParaRPr lang="en-US" sz="10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Intelligent assistants (image + voice queries)</a:t>
            </a:r>
            <a:endParaRPr lang="en-US" sz="10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Medical image analysis and diagnosis support</a:t>
            </a:r>
            <a:endParaRPr lang="en-US" sz="10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Visual search &amp; e-commerce product queries</a:t>
            </a:r>
            <a:endParaRPr lang="en-US" sz="10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Automated image content moderation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2560320" cy="2926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29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RUBRIC: DATA COLLECTION &amp; ANALYSIS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Exploration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17320"/>
            <a:ext cx="192024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5448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Q&amp;A pairs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 split used)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14600" y="141732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417320"/>
            <a:ext cx="1920240" cy="64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55448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14600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 questions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(our scope)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417320"/>
            <a:ext cx="192024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55448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80K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63440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re-split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12280" y="1417320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417320"/>
            <a:ext cx="192024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55448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6K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12280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words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vocabulary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278892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788920"/>
            <a:ext cx="73152" cy="20116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VQA v2.0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20040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COCO images paired with human-generated questions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written to require image understanding (not solvable by text alone)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only val split available locally (~214K pairs, 30GB total)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Re-partitioned: 70% train · 15% val · 15% test (stratified by label)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vocabulary built from training split only — no data leakage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788920"/>
            <a:ext cx="4206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2788920"/>
            <a:ext cx="73152" cy="2011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 Findings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3200400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resolutions vary widely: 72×72 to 640×480 → resize to 224×224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questions: 5–10 tokens → max length set to 14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distribution heavily skewed: top 3 answers cover &gt;50%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OOV tokens in GloVe initialised with random uniform vectors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2560320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29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RUBRIC: FEATURE ENGINEERING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NLP Pipeline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1325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17320"/>
            <a:ext cx="132588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3619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99339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Tokenised list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['is','this','a',...]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00200" y="1828800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8C8D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55648" y="1417320"/>
            <a:ext cx="1325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55648" y="1417320"/>
            <a:ext cx="132588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153619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55648" y="199339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removal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081528" y="1828800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8C8D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36976" y="1417320"/>
            <a:ext cx="1325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36976" y="1417320"/>
            <a:ext cx="132588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153619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36976" y="199339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mapping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→ integer index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62856" y="1828800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8C8D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18304" y="1417320"/>
            <a:ext cx="1325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18304" y="1417320"/>
            <a:ext cx="132588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153619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/ Truncate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18304" y="199339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length = 14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PAD=0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044184" y="1828800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8C8D"/>
                </a:solidFill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99632" y="1417320"/>
            <a:ext cx="1325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99632" y="1417320"/>
            <a:ext cx="1325880" cy="64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153619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9632" y="199339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GloVe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BERT / MiniLM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525512" y="1828800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8C8D"/>
                </a:solidFill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680960" y="1417320"/>
            <a:ext cx="1325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680960" y="1417320"/>
            <a:ext cx="1325880" cy="64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153619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1024-d vector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80960" y="199339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Compared</a:t>
            </a:r>
            <a:endParaRPr lang="en-US" sz="1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63240"/>
          <a:ext cx="8412480" cy="162458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(baseline)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Bag-of-words sparse vector + linear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1024-d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context, fast, interpretable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GloVe 100-d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 embeddings + mean pooling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100-d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word semantics, no sequence 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2-layer bidirectional LSTM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1024-d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word order and context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MiniLM (sentence-transformers)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all-MiniLM-L6-v2 sentence embedding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384-d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semantic similarity, efficient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Text 3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2560320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29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RUBRIC: FEATURE ENGINEERING — 20%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CV Pipeline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1325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17320"/>
            <a:ext cx="132588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3619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99339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JPG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size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00200" y="1828800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8C8D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55648" y="1417320"/>
            <a:ext cx="1325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55648" y="1417320"/>
            <a:ext cx="132588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153619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55648" y="199339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081528" y="1828800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8C8D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36976" y="1417320"/>
            <a:ext cx="1325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36976" y="1417320"/>
            <a:ext cx="132588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153619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36976" y="199339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mean/std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[0.485,0.456,0.406]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62856" y="1828800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8C8D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18304" y="1417320"/>
            <a:ext cx="1325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18304" y="1417320"/>
            <a:ext cx="132588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153619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18304" y="199339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HorizontalFlip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ColorJitter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044184" y="1828800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8C8D"/>
                </a:solidFill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99632" y="1417320"/>
            <a:ext cx="1325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99632" y="1417320"/>
            <a:ext cx="132588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153619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9632" y="199339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frozen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525512" y="1828800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8C8D"/>
                </a:solidFill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680960" y="1417320"/>
            <a:ext cx="1325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680960" y="1417320"/>
            <a:ext cx="132588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153619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2048-d vector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80960" y="199339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output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2743200"/>
            <a:ext cx="402336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2743200"/>
            <a:ext cx="73152" cy="2057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27980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ImageDataset Class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4360" y="3136392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PyTorch Dataset loading COCO images by ID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(image_tensor, image_id) — shape (3, 224, 224)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FileNotFoundError handled gracefully per sample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batch_size=64: shape confirmed (64, 3, 224, 224)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pre-extracted and saved as .pt file on Drive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2743200"/>
            <a:ext cx="420624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0" y="2743200"/>
            <a:ext cx="73152" cy="2057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7980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Justification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54880" y="3136392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ResNet-50: strong general features, widely validated on VQA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weights: avoids overfitting with limited data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Pre-extraction: 80K images processed once → fast training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norm is mandatory with pretrained weights (−10–15% accuracy if skipped)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pooling chosen over spatial grid for simplicity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2560320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29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RUBRIC: FEATURE ENGINEERING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7315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Multimodal Fusion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514600" y="1401016"/>
            <a:ext cx="3931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401016"/>
            <a:ext cx="73152" cy="32918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4467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 Fusion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18124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[ v ; q ]  ∈  R^(2048 + D_q)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196544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Simple: directly stacks image and question vectors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information loss between modalities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input to classifier (3072-d with LSTM)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fusion strategy — easiest to implement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no explicit cross-modal interaction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14467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12280" y="18124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2196544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  <a:buSzPct val="100000"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195560" y="483001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2560320" cy="2926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29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RUBRIC: MODEL TRAINING &amp; EVALUATION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— Full Pipeline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8412480" cy="640080"/>
          </a:xfrm>
          <a:prstGeom prst="rect">
            <a:avLst/>
          </a:prstGeom>
          <a:solidFill>
            <a:srgbClr val="EBF5FB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508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  →  ResNet-50  (frozen, 2048-d)   →  Linear proj 512-d   →   Hadamard fusion   →  MLP 512→256→2   →  Yes / 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Experiments Conducted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183299"/>
              </p:ext>
            </p:extLst>
          </p:nvPr>
        </p:nvGraphicFramePr>
        <p:xfrm>
          <a:off x="365760" y="2487168"/>
          <a:ext cx="8412479" cy="1243584"/>
        </p:xfrm>
        <a:graphic>
          <a:graphicData uri="http://schemas.openxmlformats.org/drawingml/2006/table">
            <a:tbl>
              <a:tblPr/>
              <a:tblGrid>
                <a:gridCol w="2974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6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1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accuracy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Observation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 + BiLSTM + Hadamard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Overfitting: train 68% vs val 57%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 + MiniLM + Hadamard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semantics help but alignment issue persists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BLIP (pretrained)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State-of-art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deployment:  joint vision-language pretraining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solidFill>
            <a:srgbClr val="FDFEFE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2920" y="47731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Val Accuracy · Val F1 (macro) · Precision / Recall per class (sklearn.classification_report) · VQA soft-scoring: acc(a) = min(count(a)/3, 1)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256032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29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RUBRIC: HYPERPARAMETER TUNING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7315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63040"/>
            <a:ext cx="73152" cy="1645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8470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1e-3 → 3e-4 → 1e-4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103120"/>
            <a:ext cx="2377440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031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Chosen: 3e-4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39572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LR reduced training instability; 1e-4 too slow to converge in 30 epochs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146304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463040"/>
            <a:ext cx="73152" cy="1645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18470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0.1 → 0.3 → 0.5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2103120"/>
            <a:ext cx="2377440" cy="2560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1031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Chosen: 0.4–0.5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39572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dropout was key to closing the train/val gap (68% vs 57% → 63% vs 60%) (avoid overfitting)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26480" y="146304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463040"/>
            <a:ext cx="73152" cy="1645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18470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0 → 1e-5 → 1e-4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2103120"/>
            <a:ext cx="237744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1031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Chosen: 1e-4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239572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L2 regularisation reduced overfitting without hurting convergence speed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29184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291840"/>
            <a:ext cx="73152" cy="16459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36758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32 / 64 / 128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2377440" cy="2560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931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Chosen: 64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422452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 between gradient stability and GPU memory usage on T4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46120" y="329184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46120" y="3291840"/>
            <a:ext cx="73152" cy="1645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83280" y="36758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0.0 → 0.05 → 0.1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83280" y="3931920"/>
            <a:ext cx="237744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3931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Chosen: 0.1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83280" y="422452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overconfident predictions; improved val F1 by ~0.02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26480" y="329184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26480" y="3291840"/>
            <a:ext cx="73152" cy="1645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63640" y="36758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None / StepLR / ReduceLR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63640" y="3931920"/>
            <a:ext cx="237744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3931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Chosen: ReduceLROnPlateau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63640" y="422452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reduction on val F1 plateau — patience=2, factor=0.5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256032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29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RUBRIC: DEPLOYMENT STRATEGY — 10%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7315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Strategy — BLIP + Streamlit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8412480" cy="777240"/>
          </a:xfrm>
          <a:prstGeom prst="rect">
            <a:avLst/>
          </a:prstGeom>
          <a:solidFill>
            <a:srgbClr val="EAFAF1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17320"/>
            <a:ext cx="73152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BLIP (Salesforce)?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129M image-text pairs · State-of-the-art on VQA v2.0 benchmark · Handles open-ended questions beyond Yes/No · 3 lines of code via HuggingFace · Runs on CPU — no GPU needed for inference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7548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31720"/>
            <a:ext cx="47548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59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Visual Question Answering — BLIP Demo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16352"/>
            <a:ext cx="4480560" cy="960120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632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Upload an image (JPG / PNG)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858768"/>
            <a:ext cx="4480560" cy="347472"/>
          </a:xfrm>
          <a:prstGeom prst="rect">
            <a:avLst/>
          </a:prstGeom>
          <a:solidFill>
            <a:srgbClr val="F4F6F8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044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about the image...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279392"/>
            <a:ext cx="4480560" cy="384048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159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Answer:  yes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03520" y="2331720"/>
            <a:ext cx="34747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3520" y="2331720"/>
            <a:ext cx="73152" cy="24688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Details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32120" y="274320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Streamlit (Python)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Salesforce/blip-vqa-base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HuggingFace Transformers + PyTorch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BlipProcessor (auto)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CPU-compatible, no GPU needed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Install: pip install streamlit transformers torch pillow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streamlit run app.py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image — Ask any question — Get an AI answer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73152" cy="1828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86968"/>
            <a:ext cx="411480" cy="41148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86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868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alignment is more important than model size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24128" y="132588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features are misaligned with language. Joint vision-language pretraining (CLIP, BLIP) is necessary. Building separate encoders and concatenating them limits the ceiling of performance.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77240"/>
            <a:ext cx="73152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886968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886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21808" y="868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is the primary bottleneck with limited 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21808" y="132588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val split only (~80K samples) caused rapid overfitting. Stronger regularisation (dropout 0.5, weight decay 1e-4, label smoothing) narrowed the gap but didn't fully solve it.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4128" y="3319272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749040" cy="3291840"/>
          </a:xfrm>
          <a:prstGeom prst="rect">
            <a:avLst/>
          </a:prstGeom>
          <a:solidFill>
            <a:srgbClr val="142535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374904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24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Problem clearly defined and scoped (Yes/No VQA)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data pipeline: VQA v2.0 exploration + stratified split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NLP: text preprocessing, vocab, LSTM, GloVe, MiniLM, BERT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CV: ResNet-50 extraction, ImageDataset, DataLoader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Fusion: Concat + Hadamard + Cosine similarity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Hyperparameter tuning: LR, dropout, weight decay, scheduler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CLIP identified — resource constraints documented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Deployment: BLIP + Streamlit interactive demo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06240" cy="3291840"/>
          </a:xfrm>
          <a:prstGeom prst="rect">
            <a:avLst/>
          </a:prstGeom>
          <a:solidFill>
            <a:srgbClr val="142535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14400"/>
            <a:ext cx="4206240" cy="64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389888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Scale to top-100 answer classes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 CLIP features with sufficient compute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Fine-tune ResNet-50 layer4 end-to-end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Cross-attention between image regions and question tokens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Train on full VQA v2.0 training split (443K examples)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GPU-backed Streamlit for real-time inference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Extend to open-ended answers beyond Yes/No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BC9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 — Questions?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1560</Words>
  <Application>Microsoft Macintosh PowerPoint</Application>
  <PresentationFormat>Affichage à l'écran (16:9)</PresentationFormat>
  <Paragraphs>293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VQA Project — MECHENG 4AI3</dc:title>
  <dc:subject>PptxGenJS Presentation</dc:subject>
  <dc:creator>PptxGenJS</dc:creator>
  <cp:lastModifiedBy>nouroudine cisse</cp:lastModifiedBy>
  <cp:revision>2</cp:revision>
  <dcterms:created xsi:type="dcterms:W3CDTF">2026-03-27T22:33:58Z</dcterms:created>
  <dcterms:modified xsi:type="dcterms:W3CDTF">2026-03-28T03:25:37Z</dcterms:modified>
</cp:coreProperties>
</file>